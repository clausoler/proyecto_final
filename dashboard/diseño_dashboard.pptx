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6B78"/>
    <a:srgbClr val="F5F7FA"/>
    <a:srgbClr val="DCE3EA"/>
    <a:srgbClr val="FFFFFF"/>
    <a:srgbClr val="6F93B5"/>
    <a:srgbClr val="455A64"/>
    <a:srgbClr val="F5F0FF"/>
    <a:srgbClr val="5AC8FA"/>
    <a:srgbClr val="FAFAFA"/>
    <a:srgbClr val="FF2D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455E59-774B-0B1A-00AE-CF9C1E0B1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FE4D99-36E3-96F3-28F0-8B533952F4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65DE3C-3514-9143-42C6-B7A6148F7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241E5-1DB9-486A-A094-9D839593450A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F7E3D9-8B2B-86FD-AD33-EF86434A8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C37702-34B9-6371-6D17-05AC81714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7974E-655C-4E2B-A602-764C6B7F2A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450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1C7B1-D8F1-627F-C9DD-C185F218D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80FF33-99FD-50CC-7651-F2017B3D2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1FF4FB-9D34-42A8-8014-5ADC5D6A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241E5-1DB9-486A-A094-9D839593450A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264C43-1EBB-44A6-2C8F-F38FCAA00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40781E-8128-D689-85F8-F89A05B03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7974E-655C-4E2B-A602-764C6B7F2A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1990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E3F14B-C7A0-17FA-EE79-AE017A751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96CFCC-07DD-4812-6FFE-AFCEFAEF6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F23192-B008-91E1-8960-CCA07412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241E5-1DB9-486A-A094-9D839593450A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E27100-0A43-E797-3349-2F031BB2D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C6656C-EB25-92BC-0C25-B0585A233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7974E-655C-4E2B-A602-764C6B7F2A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6687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764462-2CC0-FAE9-EEE2-4418117E9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003695-F71C-5CD5-2B20-6CD3C94D77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7B41A7C-78E1-7AD4-8DAC-D882F3421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8241DA-A39C-17E9-F150-B8B1C87A9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241E5-1DB9-486A-A094-9D839593450A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88B1E1-A9C5-5472-C005-3CB937009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881DC0-D60A-611B-8C30-98664CAD8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7974E-655C-4E2B-A602-764C6B7F2A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9857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2E3FD9-52A8-8906-FC98-6FE1F4E60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39CE84-D906-707D-96FD-C1921B20C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CD6840B-79B6-D13C-635B-03DA62BC1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1E7176A-C6B3-889C-8B5B-18A66F4BE6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5340DF7-6099-860D-6775-4465EE8E26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8FF154D-99E7-672C-751C-A5F6D031C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241E5-1DB9-486A-A094-9D839593450A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E42784D-554D-6B95-2D9C-5B1B40E18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AB0EF8B-CEB5-E533-275D-B2BE07F93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7974E-655C-4E2B-A602-764C6B7F2A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9381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064104-0B4E-9044-14F9-756DF3DAA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C775A7B-DE51-BAE2-302D-17F0E1D84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241E5-1DB9-486A-A094-9D839593450A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0781D1A-5D8E-B7A3-B811-EA532505C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D1ECCF6-2F05-AB19-6B5B-F41E4EBAD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7974E-655C-4E2B-A602-764C6B7F2A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9270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BFAB69D-9196-1462-FCD4-2F2F9EF86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241E5-1DB9-486A-A094-9D839593450A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4DBBFE7-6342-00C3-FB69-6600F3546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715DA0-E87D-626F-F574-B5C69A026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7974E-655C-4E2B-A602-764C6B7F2A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9848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112A4-DA51-B2DF-0E22-E65FA4BC3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D42345-A79A-52CC-73EE-20213A92C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990DB1E-D5D5-6303-59F2-C489C978E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7B6446-7A58-0E12-4CAA-2E23C198D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241E5-1DB9-486A-A094-9D839593450A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4AAFE3E-ABA4-ABD5-41B5-00C795BBE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A0E60C2-6F8C-6723-D443-220D24FF3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7974E-655C-4E2B-A602-764C6B7F2A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7715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F92246-103D-1A3E-1F60-A36F0A1C3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5794010-E1B2-242E-30D7-C2968CD30B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627209-D0C3-6BB1-B7E4-0A6E7D2CFA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B2128EA-EA0D-02EC-A7DF-69E77CBB7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241E5-1DB9-486A-A094-9D839593450A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26DD17-5765-E2E2-DDF6-6C38C36C8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61B649-10BD-3FA6-C4AD-61B9AFA18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7974E-655C-4E2B-A602-764C6B7F2A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9994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0D45C0-E884-7A26-0B5E-996F01E09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08C07A5-74C0-7605-B908-6BF53DB51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B93F74-0E4C-895D-3D03-B08DD63FA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241E5-1DB9-486A-A094-9D839593450A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C90266-92F9-EBE2-6244-4B09FA029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FEA26D-643F-211F-26BA-4BC0D16CB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7974E-655C-4E2B-A602-764C6B7F2A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5092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198CCEC-739E-42E2-CDE7-6B748A5E04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E2AB788-4851-EE0C-792B-C6A97C3FBE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5104D3-39EC-E138-1A7F-66DEA3793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241E5-1DB9-486A-A094-9D839593450A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637093-E535-4A01-98D8-9847D9459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74E0C7-0EC7-DCE1-3B3D-C6213BDC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7974E-655C-4E2B-A602-764C6B7F2A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7098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4E284DC-97F5-44E7-1590-8551F0B40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F088A8-B97A-316C-87D1-68D8B8F6E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2268C0-5568-D6A5-CE94-6D45BCA68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6241E5-1DB9-486A-A094-9D839593450A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E28BF8-CBAB-57E7-6654-20009CE6EE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A9C59B-A304-6F7F-F04F-30451B9278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E7974E-655C-4E2B-A602-764C6B7F2A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1643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107859-6653-504C-407A-1F7C5092F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4884D2C8-E848-C58F-5E09-7D1E8EF3EA68}"/>
              </a:ext>
            </a:extLst>
          </p:cNvPr>
          <p:cNvSpPr/>
          <p:nvPr/>
        </p:nvSpPr>
        <p:spPr>
          <a:xfrm>
            <a:off x="141514" y="152400"/>
            <a:ext cx="11919857" cy="990600"/>
          </a:xfrm>
          <a:prstGeom prst="roundRect">
            <a:avLst/>
          </a:prstGeom>
          <a:solidFill>
            <a:srgbClr val="536B78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F6E69966-15BC-6665-4D33-D15F33B54D29}"/>
              </a:ext>
            </a:extLst>
          </p:cNvPr>
          <p:cNvSpPr/>
          <p:nvPr/>
        </p:nvSpPr>
        <p:spPr>
          <a:xfrm>
            <a:off x="141514" y="1273626"/>
            <a:ext cx="1915885" cy="7293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8549A181-B195-A392-AF76-1580CFDA1C2A}"/>
              </a:ext>
            </a:extLst>
          </p:cNvPr>
          <p:cNvSpPr/>
          <p:nvPr/>
        </p:nvSpPr>
        <p:spPr>
          <a:xfrm>
            <a:off x="141514" y="2161216"/>
            <a:ext cx="4878542" cy="2438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8B77D991-7B6E-C376-685E-C3E0448069C3}"/>
              </a:ext>
            </a:extLst>
          </p:cNvPr>
          <p:cNvSpPr/>
          <p:nvPr/>
        </p:nvSpPr>
        <p:spPr>
          <a:xfrm>
            <a:off x="5137423" y="2133588"/>
            <a:ext cx="3341905" cy="2465844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C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88D59A10-68D2-EEEE-FC65-82E9DFCF4609}"/>
              </a:ext>
            </a:extLst>
          </p:cNvPr>
          <p:cNvSpPr/>
          <p:nvPr/>
        </p:nvSpPr>
        <p:spPr>
          <a:xfrm>
            <a:off x="8596695" y="2161215"/>
            <a:ext cx="3453791" cy="2438217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C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02165A1C-2597-2696-648F-E827781128BB}"/>
              </a:ext>
            </a:extLst>
          </p:cNvPr>
          <p:cNvSpPr/>
          <p:nvPr/>
        </p:nvSpPr>
        <p:spPr>
          <a:xfrm>
            <a:off x="141514" y="4733533"/>
            <a:ext cx="3863350" cy="1972067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C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9DE3812E-E15D-7163-B35B-8E85DD05552C}"/>
              </a:ext>
            </a:extLst>
          </p:cNvPr>
          <p:cNvSpPr/>
          <p:nvPr/>
        </p:nvSpPr>
        <p:spPr>
          <a:xfrm>
            <a:off x="4135488" y="4733530"/>
            <a:ext cx="3863350" cy="1972067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C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346BCE7C-7131-7AA3-005E-63B5E31CD305}"/>
              </a:ext>
            </a:extLst>
          </p:cNvPr>
          <p:cNvSpPr/>
          <p:nvPr/>
        </p:nvSpPr>
        <p:spPr>
          <a:xfrm>
            <a:off x="8129462" y="4733530"/>
            <a:ext cx="3863350" cy="1972067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C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9F9DC24D-7FEC-96B8-42C5-B1D9A8F283B7}"/>
              </a:ext>
            </a:extLst>
          </p:cNvPr>
          <p:cNvSpPr/>
          <p:nvPr/>
        </p:nvSpPr>
        <p:spPr>
          <a:xfrm>
            <a:off x="2173438" y="1277097"/>
            <a:ext cx="1915885" cy="7293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DDCFFCC5-3030-C2BA-A454-5E4C9D01E8C0}"/>
              </a:ext>
            </a:extLst>
          </p:cNvPr>
          <p:cNvSpPr/>
          <p:nvPr/>
        </p:nvSpPr>
        <p:spPr>
          <a:xfrm>
            <a:off x="4205362" y="1259807"/>
            <a:ext cx="1915885" cy="7293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1DDDC02B-FB55-596C-3E75-49741D53C2DF}"/>
              </a:ext>
            </a:extLst>
          </p:cNvPr>
          <p:cNvSpPr/>
          <p:nvPr/>
        </p:nvSpPr>
        <p:spPr>
          <a:xfrm>
            <a:off x="6237286" y="1270147"/>
            <a:ext cx="1915885" cy="7293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6B414105-3609-AE21-7EB7-A5CDF1A93DBD}"/>
              </a:ext>
            </a:extLst>
          </p:cNvPr>
          <p:cNvSpPr/>
          <p:nvPr/>
        </p:nvSpPr>
        <p:spPr>
          <a:xfrm>
            <a:off x="8269210" y="1270146"/>
            <a:ext cx="1915885" cy="7293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57381681-1D20-6829-C1EA-689D39959A40}"/>
              </a:ext>
            </a:extLst>
          </p:cNvPr>
          <p:cNvSpPr/>
          <p:nvPr/>
        </p:nvSpPr>
        <p:spPr>
          <a:xfrm>
            <a:off x="10301135" y="1277098"/>
            <a:ext cx="1749352" cy="7293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16725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Claudia Soler de la Cruz</dc:creator>
  <cp:lastModifiedBy>Claudia Soler de la Cruz</cp:lastModifiedBy>
  <cp:revision>2</cp:revision>
  <dcterms:created xsi:type="dcterms:W3CDTF">2025-05-24T16:03:54Z</dcterms:created>
  <dcterms:modified xsi:type="dcterms:W3CDTF">2026-07-09T12:29:54Z</dcterms:modified>
</cp:coreProperties>
</file>